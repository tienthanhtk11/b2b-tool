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6decebeb9c42b7" /><Relationship Type="http://schemas.openxmlformats.org/officeDocument/2006/relationships/extended-properties" Target="/docProps/app.xml" Id="Rce9c590d6e8144a3" /><Relationship Type="http://schemas.openxmlformats.org/officeDocument/2006/relationships/officeDocument" Target="/ppt/presentation.xml" Id="R47254d4f56ca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a3c488a9b04e4b"/>
  </p:sldMasterIdLst>
  <p:notesMasterIdLst>
    <p:notesMasterId xmlns:r="http://schemas.openxmlformats.org/officeDocument/2006/relationships" r:id="Rba3f7a0d61c346b5"/>
  </p:notesMasterIdLst>
  <p:sldIdLst>
    <p:sldId xmlns:r="http://schemas.openxmlformats.org/officeDocument/2006/relationships" id="256" r:id="R4c0172e8b78f4cf3"/>
    <p:sldId xmlns:r="http://schemas.openxmlformats.org/officeDocument/2006/relationships" id="257" r:id="R9e018c9b6b4a47d5"/>
    <p:sldId xmlns:r="http://schemas.openxmlformats.org/officeDocument/2006/relationships" id="258" r:id="R70936528fea64fa7"/>
    <p:sldId xmlns:r="http://schemas.openxmlformats.org/officeDocument/2006/relationships" id="259" r:id="R6cae135b40d54edf"/>
    <p:sldId xmlns:r="http://schemas.openxmlformats.org/officeDocument/2006/relationships" id="260" r:id="R1db3cbc267824706"/>
    <p:sldId xmlns:r="http://schemas.openxmlformats.org/officeDocument/2006/relationships" id="261" r:id="R748c8d0e960b4c58"/>
    <p:sldId xmlns:r="http://schemas.openxmlformats.org/officeDocument/2006/relationships" id="262" r:id="Rd218432977424c5a"/>
    <p:sldId xmlns:r="http://schemas.openxmlformats.org/officeDocument/2006/relationships" id="263" r:id="R2f037a1264c94d4a"/>
    <p:sldId xmlns:r="http://schemas.openxmlformats.org/officeDocument/2006/relationships" id="264" r:id="R37b6a0597433421b"/>
    <p:sldId xmlns:r="http://schemas.openxmlformats.org/officeDocument/2006/relationships" id="265" r:id="R31206f748fe149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5ddd4f13f4b84" /><Relationship Type="http://schemas.openxmlformats.org/officeDocument/2006/relationships/slideMaster" Target="/ppt/slideMasters/slideMaster1.xml" Id="Rbea3c488a9b04e4b" /><Relationship Type="http://schemas.openxmlformats.org/officeDocument/2006/relationships/notesMaster" Target="/ppt/notesMasters/notesMaster1.xml" Id="Rba3f7a0d61c346b5" /><Relationship Type="http://schemas.openxmlformats.org/officeDocument/2006/relationships/presProps" Target="/ppt/presProps.xml" Id="Ra6667659deca4e45" /><Relationship Type="http://schemas.openxmlformats.org/officeDocument/2006/relationships/tableStyles" Target="/ppt/tableStyles.xml" Id="Re35880bd79104b4d" /><Relationship Type="http://schemas.openxmlformats.org/officeDocument/2006/relationships/slide" Target="/ppt/slides/slide1.xml" Id="R4c0172e8b78f4cf3" /><Relationship Type="http://schemas.openxmlformats.org/officeDocument/2006/relationships/slide" Target="/ppt/slides/slide2.xml" Id="R9e018c9b6b4a47d5" /><Relationship Type="http://schemas.openxmlformats.org/officeDocument/2006/relationships/slide" Target="/ppt/slides/slide3.xml" Id="R70936528fea64fa7" /><Relationship Type="http://schemas.openxmlformats.org/officeDocument/2006/relationships/slide" Target="/ppt/slides/slide4.xml" Id="R6cae135b40d54edf" /><Relationship Type="http://schemas.openxmlformats.org/officeDocument/2006/relationships/slide" Target="/ppt/slides/slide5.xml" Id="R1db3cbc267824706" /><Relationship Type="http://schemas.openxmlformats.org/officeDocument/2006/relationships/slide" Target="/ppt/slides/slide6.xml" Id="R748c8d0e960b4c58" /><Relationship Type="http://schemas.openxmlformats.org/officeDocument/2006/relationships/slide" Target="/ppt/slides/slide7.xml" Id="Rd218432977424c5a" /><Relationship Type="http://schemas.openxmlformats.org/officeDocument/2006/relationships/slide" Target="/ppt/slides/slide8.xml" Id="R2f037a1264c94d4a" /><Relationship Type="http://schemas.openxmlformats.org/officeDocument/2006/relationships/slide" Target="/ppt/slides/slide9.xml" Id="R37b6a0597433421b" /><Relationship Type="http://schemas.openxmlformats.org/officeDocument/2006/relationships/slide" Target="/ppt/slides/slide10.xml" Id="R31206f748fe1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25d8ed1e1d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3fd1216be480b" /><Relationship Type="http://schemas.openxmlformats.org/officeDocument/2006/relationships/notesMaster" Target="/ppt/notesMasters/notesMaster1.xml" Id="R4580fc431acd45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da69be5ef4500" /><Relationship Type="http://schemas.openxmlformats.org/officeDocument/2006/relationships/notesMaster" Target="/ppt/notesMasters/notesMaster1.xml" Id="R5fc38ae34cb7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013a8f55054836" /><Relationship Type="http://schemas.openxmlformats.org/officeDocument/2006/relationships/notesMaster" Target="/ppt/notesMasters/notesMaster1.xml" Id="Rfee5749f07cf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69dc8604f4d60" /><Relationship Type="http://schemas.openxmlformats.org/officeDocument/2006/relationships/notesMaster" Target="/ppt/notesMasters/notesMaster1.xml" Id="Raecbddf68bed4d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16fcec9a3946a9" /><Relationship Type="http://schemas.openxmlformats.org/officeDocument/2006/relationships/notesMaster" Target="/ppt/notesMasters/notesMaster1.xml" Id="R04af6be9ad5546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11fb5b365f42da" /><Relationship Type="http://schemas.openxmlformats.org/officeDocument/2006/relationships/notesMaster" Target="/ppt/notesMasters/notesMaster1.xml" Id="R03d771842bdd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4d0326c99a447d" /><Relationship Type="http://schemas.openxmlformats.org/officeDocument/2006/relationships/notesMaster" Target="/ppt/notesMasters/notesMaster1.xml" Id="R7d6ef2926b3147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9d85cd867e4ada" /><Relationship Type="http://schemas.openxmlformats.org/officeDocument/2006/relationships/notesMaster" Target="/ppt/notesMasters/notesMaster1.xml" Id="R6ca93d9ba66940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bcb9839d624c29" /><Relationship Type="http://schemas.openxmlformats.org/officeDocument/2006/relationships/notesMaster" Target="/ppt/notesMasters/notesMaster1.xml" Id="Rbff547b95e3e43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e65e7a2ab34d68" /><Relationship Type="http://schemas.openxmlformats.org/officeDocument/2006/relationships/notesMaster" Target="/ppt/notesMasters/notesMaster1.xml" Id="Rec4df3ae8cfb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- https://shopify.dev/docs/apps/build/b2b/start-building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- https://shopify.dev/docs/apps/build/b2b/start-building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- https://shopify.dev/docs/apps/build/b2b/start-building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/Users/Krizpham/Work/72HRS/TOOL/b2b-tool/docs/SCOPE_OF_WORK.md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5135cc99840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864dc664894a45" /><Relationship Type="http://schemas.openxmlformats.org/officeDocument/2006/relationships/slideLayout" Target="/ppt/slideLayouts/slideLayout1.xml" Id="Rbea9a1e35b9d4b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9a1e35b9d4b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9dfddcc8946fa" /><Relationship Type="http://schemas.openxmlformats.org/officeDocument/2006/relationships/notesSlide" Target="/ppt/notesSlides/notesSlide1.xml" Id="R3a2f9f153162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94373c2a44fd0" /><Relationship Type="http://schemas.openxmlformats.org/officeDocument/2006/relationships/notesSlide" Target="/ppt/notesSlides/notesSlide2.xml" Id="R44a48750bbe8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aa48118d3435e" /><Relationship Type="http://schemas.openxmlformats.org/officeDocument/2006/relationships/notesSlide" Target="/ppt/notesSlides/notesSlide3.xml" Id="R7bde6be1ee604a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12fae30594b31" /><Relationship Type="http://schemas.openxmlformats.org/officeDocument/2006/relationships/notesSlide" Target="/ppt/notesSlides/notesSlide4.xml" Id="Re43815c3e21743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73592620f457b" /><Relationship Type="http://schemas.openxmlformats.org/officeDocument/2006/relationships/notesSlide" Target="/ppt/notesSlides/notesSlide5.xml" Id="Re845ecaa6617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b36dbe2c94d2e" /><Relationship Type="http://schemas.openxmlformats.org/officeDocument/2006/relationships/notesSlide" Target="/ppt/notesSlides/notesSlide6.xml" Id="Rad2a0b1240e2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a2f07a5684399" /><Relationship Type="http://schemas.openxmlformats.org/officeDocument/2006/relationships/notesSlide" Target="/ppt/notesSlides/notesSlide7.xml" Id="Rbc832aac1b2a49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29298db80458c" /><Relationship Type="http://schemas.openxmlformats.org/officeDocument/2006/relationships/notesSlide" Target="/ppt/notesSlides/notesSlide8.xml" Id="R8746a723b1a347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0dd74ab742cf" /><Relationship Type="http://schemas.openxmlformats.org/officeDocument/2006/relationships/notesSlide" Target="/ppt/notesSlides/notesSlide9.xml" Id="R586acbbdb96f42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1c209cbfd49d7" /><Relationship Type="http://schemas.openxmlformats.org/officeDocument/2006/relationships/notesSlide" Target="/ppt/notesSlides/notesSlide10.xml" Id="Rd5173f0300744b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F629B-DFDF-48FA-A877-FE68677D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4BC32-DDD1-44DC-B898-DCAD44C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B0B97-DDD6-46FC-A227-34F5E93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04CA-DF27-42CA-B00D-8CE235B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BMG B2B Product &amp;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Group Pricing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A9A14-28EE-4B81-B534-2233FF0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Scope of Work — Summary for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B8A9B-C433-4774-93CE-7BB48B8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02887-7BC1-40F0-9F9F-383A265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Shopify Plus (72hours.ca, b2b-site) + NetSuite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6096A-E914-4798-A986-33DD7DBB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INTERNAL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87A3D-7589-410B-A619-65A662D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3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17B24-EB9A-49E3-981E-5BDB0A20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08328-DBB7-4B81-8F8B-3DD19F12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E96C5-A624-4EA3-9374-83C65B3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5B8AA-6396-444E-8262-F334AA7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5962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2575A-1B98-47B4-8B22-4A1CEED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CCBA5-DA7D-44A8-A6A5-6920C74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Three systems create one manual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B3A6-C23B-4380-AB23-E18AF94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9C5FE-6802-45B6-BE30-4236164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B8596-8D07-4BB3-9678-28A6B27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F69BC-1AF8-4A57-94AA-789835A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72hours.ca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EB6C8-1481-413C-9F55-1AD3C61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0F91D-7F1D-4877-BC90-014B54B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Product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A9CFB-D9BF-47FD-8897-2D379C60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DB93F-646A-4427-909B-8CCF840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D0A4C-C468-4C1F-9C7F-D37805C8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7AC50-10D4-415B-88C7-BBBC7DB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b2b-site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42BCB-F12F-4D3A-BAE3-D2B02C0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63708-C940-4D29-8274-E4D1132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customers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07604-4665-46B5-B975-EBF033DF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AAA46-80F1-4003-9F6B-5E52D66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5954A-1D8B-4B18-BB0F-7E212D9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Manual operations increase execution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8DADC-744D-41E4-9898-6BCC186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21783-3901-4A33-B3DE-AD981FF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Slow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A8765-30C1-4D17-8B2C-96D52E49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Repeated manual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DA2D1-9B91-4A55-90EF-C52E68F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14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C"/>
          </a:solidFill>
          <a:ln xmlns:a="http://schemas.openxmlformats.org/drawingml/2006/main" w="0">
            <a:solidFill>
              <a:srgbClr val="7890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A5614-BE8A-4118-8ACD-E58936B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Wrong price / SKU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15E57-2759-4A77-93EC-671D33F5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Customer trust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9DAE9-9CA8-4981-95FB-99A504B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C"/>
          </a:solidFill>
          <a:ln xmlns:a="http://schemas.openxmlformats.org/drawingml/2006/main" w="0">
            <a:solidFill>
              <a:srgbClr val="7890A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AA8FC-481D-4653-979A-27CCACA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Missing 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CE5B2-9A21-42EE-A81E-192F9BF3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Inconsistent catalog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63756-2CCF-47AA-9EEF-C3DEE46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14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C"/>
          </a:solidFill>
          <a:ln xmlns:a="http://schemas.openxmlformats.org/drawingml/2006/main" w="0">
            <a:solidFill>
              <a:srgbClr val="7890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F529D-A108-4B8D-8327-47F881D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audit trail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28331-6193-42F4-A321-6A0D5B1E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Hard to investigate</a:t>
            </a:r>
          </a:p>
        </p:txBody>
      </p:sp>
    </p:spTree>
    <p:extLst>
      <p:ext uri="{BB962C8B-B14F-4D97-AF65-F5344CB8AC3E}">
        <p14:creationId xmlns:p14="http://schemas.microsoft.com/office/powerpoint/2010/main" val="1294620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CE57E0-8AAE-4DDD-905F-5211B2C1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60596-F8FE-4D98-B6DF-C3CB7A8A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One app orchestrates content and group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2F92C-F47D-4013-A5AB-C2A936D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B959E-B922-4EBC-A227-5497D9F0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C8D68-4D3F-4C7A-A57B-88515C9A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E6540-440A-4543-B06D-A6ADD85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PRODUCT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C87C9-4267-4701-A47C-A07A658B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27226-FAEC-4E17-88BF-5A0F2CA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4971F-4770-4589-9EC3-A6E0A0ED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1BAE5-D584-4813-86A0-A5DAA4B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72hours.ca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92FF7-AE86-43E1-ADB0-1424CCB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Source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2C44B-D54E-4ABE-B993-AB6F840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81150"/>
            <a:ext cx="2324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FE4EC-E44A-487F-B802-3C0B908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B2B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43F9C-B219-42F2-AE1E-6D6B1831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DDE6F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DE6F0"/>
                </a:solidFill>
                <a:latin typeface="Calibri"/>
                <a:ea typeface="Calibri"/>
                <a:cs typeface="Calibri"/>
              </a:rPr>
              <a:t>Map • sync •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8380B-2A9E-416B-B00C-5A19CD3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FD23E-5EA7-499D-A2E2-A51FA961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14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b2b-site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70594-D866-450B-AE18-F4B0A284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Target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7C04F-C0B3-4D75-800A-85AF957E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 PRICING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38A6A-9683-4791-B7C8-92E89EB4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E1E82-5A31-4721-9C1C-846B7FE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F8819-5EC2-4ACE-9612-C0751E7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C5F9D-6373-4A4D-A69F-39469D6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C3535-0B05-46F7-822A-958C9A8C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Groups + SKU prices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6C6F2-38AF-45F6-9909-E1113289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2324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3DA66-CD35-4150-8389-BD3E066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62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B2B 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0CFED-25CB-4521-8757-7617BB9B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86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DDE6F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DE6F0"/>
                </a:solidFill>
                <a:latin typeface="Calibri"/>
                <a:ea typeface="Calibri"/>
                <a:cs typeface="Calibri"/>
              </a:rPr>
              <a:t>Validate • upsert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800AE-55BA-4D27-8556-503FEA70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671E9-F6D3-4FDE-8964-9C0133F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 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30345-7872-4F29-BBDB-7B24303B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Catalog + Price 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CF0AD-F439-474F-B88C-9481B7AB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5905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EA90C-4358-45EC-A897-686B125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889F3-C1B5-4230-AF10-BAB1F99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623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Admin assigns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95A1F-3EDF-41E0-A356-FCB2EB6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86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Company Location → group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3D3E7-22E7-4C19-ADB2-D3CCB986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7658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51A0D-EC40-4E96-B6D3-B3EEFFBD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82A89-5B67-45CB-B042-AD6D8CAC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05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DE748-558B-48F4-8DB9-4848B5B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Correct group prices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420774-5A11-4E13-BD5F-19C3B68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PDP  •  Cart  •  Checkout</a:t>
            </a:r>
          </a:p>
        </p:txBody>
      </p:sp>
    </p:spTree>
    <p:extLst>
      <p:ext uri="{BB962C8B-B14F-4D97-AF65-F5344CB8AC3E}">
        <p14:creationId xmlns:p14="http://schemas.microsoft.com/office/powerpoint/2010/main" val="628447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8459C-6812-4A98-B879-5648A020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B0C53-B466-4ABC-8E2A-8A43F37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Four outcomes define project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597AE-4227-4B8E-8DF2-19CE2FE2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6886-8E37-4D9C-BE06-BF91B06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610C5-598D-4843-9F48-3B4347C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2AD17-395B-4104-924C-51357A6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5542D-3177-48F0-A042-6283DC6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954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Automate product information 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30206-C152-4FF0-8AFB-8C7F1A05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95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72hours.ca → b2b-site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41487-7096-4929-AB18-4473916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19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439B3-A700-40EF-B50E-F2AEA60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B098-8C1D-496A-B460-A17B1C0B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Sync NetSuite group prices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5B655-3299-48AA-AB95-16BDF53B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Groups + SKU prices → Price 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B2C4-6F5C-4C37-B2B8-1C97409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4EBA2-29AE-49A3-947D-28B2DE98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7E3CB-EB8D-44A4-9D46-E8AC87EA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Assign customers by Company 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A909B-8AB3-4D70-B86C-68C59324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One primary pricing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664D7-6E5A-41D7-A3AF-7A4959A2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03FEE-8A9A-4E07-803E-D22C2873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39D69-6C49-4CEA-A179-9D9973C8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Show correct prices after login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E9EFB-4D36-48B3-A296-A8AE0DA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Product page • cart • checkout</a:t>
            </a:r>
          </a:p>
        </p:txBody>
      </p:sp>
    </p:spTree>
    <p:extLst>
      <p:ext uri="{BB962C8B-B14F-4D97-AF65-F5344CB8AC3E}">
        <p14:creationId xmlns:p14="http://schemas.microsoft.com/office/powerpoint/2010/main" val="1357515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86F5E-EA5D-4D71-B81C-F52BEAC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EF4CD-C3F8-4E59-A338-7D109EC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MVP scope covers six operational workstreams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C99B9-A008-4EC3-958C-0644879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A03C3-B297-4D91-9327-EF3616D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68A0-76C9-4D67-BF32-35199DE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2192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8077200"/>
              </a:tblGrid>
              <a:tr h="419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Included scope</a:t>
                      </a: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Product Sync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Webhook: title, SKU, description, images, SEO, tags. Price and inventory excluded.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Product Mapping UI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SKU suggestion, manual confirmation, preview, sync and retry.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NetSuite Pricing Sync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Read groups and SKU prices; upsert Shopify Price Lists.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Pricing Sync UI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Group ↔ catalog mapping, price preview, errors and history.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Customer Assignment UI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Search, assign, bulk assign and change history.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Dashboard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Connection status, mapping counts and issue list.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F9962-55DC-44C0-A3C9-6EE6D73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8BC8-9F0F-4587-867D-5EC6C62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Source of truth: 72hours.ca = content  •  NetSuite = pricing  •  b2b-site = customers</a:t>
            </a:r>
          </a:p>
        </p:txBody>
      </p:sp>
    </p:spTree>
    <p:extLst>
      <p:ext uri="{BB962C8B-B14F-4D97-AF65-F5344CB8AC3E}">
        <p14:creationId xmlns:p14="http://schemas.microsoft.com/office/powerpoint/2010/main" val="849242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9272B-20DD-451E-808C-A00EA3E0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3ADC1-688E-4E1C-8549-72EA408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MVP stays focused on products and group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2ECEC-0C2F-4FBD-AFC1-9944978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50DB5-4A45-44CE-B8AA-75CE1AA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BDD-931E-410B-97F9-882F7673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497C4-9ABF-40DA-BDDC-E8373DE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2724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A4962-8F90-41BE-9C2E-17CE826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 OF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C428B-6933-4713-9138-89396FC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Deferred for later phases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24DC6-F763-465C-A753-B1826FC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99515-91CD-4FBC-AE00-C117988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Inventory, order, customer sync with NetSuite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3BEFE-F78D-48DA-8CD3-DC309D2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CBB96-1F7D-4FA4-9FDC-EEAAA5A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14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A0731-020B-474E-ABF3-DC73B122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Promotions, discounts, volume pricing, tax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D1478-650C-4F3E-B754-8518B8B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766C0-846B-42AC-B1B7-15164D4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433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2CC29-D69F-4A1C-ABD8-349F9EF4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Per-customer pricing outside defined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4269C-8217-49C1-9402-61FEA500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7D7B3-D58B-4355-86D0-E3C72A96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72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725C0-29EE-4907-9B4B-5C740F9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Auto-delete products or auto-fix duplicate SKUs</a:t>
            </a:r>
          </a:p>
        </p:txBody>
      </p:sp>
    </p:spTree>
    <p:extLst>
      <p:ext uri="{BB962C8B-B14F-4D97-AF65-F5344CB8AC3E}">
        <p14:creationId xmlns:p14="http://schemas.microsoft.com/office/powerpoint/2010/main" val="618181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AD56A-70D6-495A-98D3-24AF6857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A73A-0479-4BF9-826E-3672C1A4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Deliverables cover build, operations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BF0B7-79D9-4D37-8450-883F1F2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25AC3-5413-41A7-9392-EFBCA234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74664-2857-4361-B7EB-5EC2B04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EDD45-152A-4285-818A-C2FD3F6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5D75F-E750-410C-8A33-92033E6D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C12FA-8F51-40BE-A3F7-1CEA05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57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Embedded Shopify admin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4822B-29C8-4458-A4C8-03612DF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57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Custom distribution • both Plus stores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450BB-9035-42D7-8F20-FB5C6C54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57F02-8CD5-46CE-B88E-5EDED7D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D994-1DF3-4DF8-9189-275CEDE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8285A-A118-4C5E-83AB-84FEE75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Two synchronization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2AC72-31D7-4376-8919-F6D390E6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Queue • retry • audit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0B736-64C9-4BE3-9401-9A75252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60A19-2FA5-4EF9-BCE0-3E481A8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52D1E-73EB-464B-A986-A63A0B0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F3447-16E3-4E7E-BCE5-300DA153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Operations interfaces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3C974-5EDE-41B8-A86D-7D57ED0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Mapping • pricing • assignment •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0555A-5E87-4B9A-A7A1-E664D69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43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D26A0-F0AA-4794-B556-3D45B975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0A34A-95A8-4823-A065-4BD37A6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2C563-38B3-4B16-89B8-07DBCD7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Production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69246-0C83-463C-8D6D-B545F93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43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Dev • staging • production • docs • tests</a:t>
            </a:r>
          </a:p>
        </p:txBody>
      </p:sp>
    </p:spTree>
    <p:extLst>
      <p:ext uri="{BB962C8B-B14F-4D97-AF65-F5344CB8AC3E}">
        <p14:creationId xmlns:p14="http://schemas.microsoft.com/office/powerpoint/2010/main" val="356289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4E2B3-BFA9-482B-930B-34E61BB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C658-7FDC-414C-8DD3-34045F1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Approval depends on four measurable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D21F4-B708-4743-B360-E294044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1794-C903-4F68-A73F-0CCF4104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67001-3656-4D8C-9B2C-3119104E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0ECB-D8D3-4F7A-AB43-4B92C90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9781E-2E2E-4CC0-B815-3FCB1CE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430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FC75E-7561-4084-A0BA-AF71E9B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3350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Product changes propagate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ABBC4-9CC3-4382-ABBA-E0B51E5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335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Mapped products update automatically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B5DC-1602-4753-BC96-FAC485FD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6C06C-5905-459C-B65F-CCB0C6A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1DE12-C353-49BF-8630-D6EDDA45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E47E-8B3C-4D22-88FE-C2207169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Pricing sync is idempotent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CC331-5781-4D4B-9C2F-66783FE9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Correct values; no duplicate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6D269-2B51-4F99-A5B6-29B4FF26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D7AE7-6910-4967-A3A3-CFC1AD3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1B180-A7FF-425A-B4F4-744406B4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56696-911B-427C-91F7-1A7C054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Price visibility is isolated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2A287-6567-496C-90F1-9E5C1EC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Assigned group only; no leakage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AEBD5-156A-4495-920F-4A54361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08277-0980-4D1F-911F-9A000BB2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D4C11-90E4-4EF5-9694-F199334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104C2-AA60-4D32-9A41-487AD895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Operations remain traceable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EA684-0F47-4A71-97F9-4D6EB767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Full sync history and audit trail</a:t>
            </a:r>
          </a:p>
        </p:txBody>
      </p:sp>
    </p:spTree>
    <p:extLst>
      <p:ext uri="{BB962C8B-B14F-4D97-AF65-F5344CB8AC3E}">
        <p14:creationId xmlns:p14="http://schemas.microsoft.com/office/powerpoint/2010/main" val="1685615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82391-2F8D-4D03-81A7-4C60160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F96D3-D451-48AE-B789-DF91FDF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Four inputs unlock a reliable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45B1A-670C-4733-A3AC-83A12AD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031D-9103-414F-B5AD-900BF078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E2C59-3F3F-4B4E-B3FE-2255802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3FDC3-89A0-4AE9-9F71-D136CAFA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C044-F401-4CB1-956A-5934FA7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53A82-3006-4A0B-8277-054273F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74008-0E28-41AA-8053-FFCCB73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71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TO DECIDE BEFORE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BAD26-BBBC-4F37-8A3E-41CD018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4B756-553D-4988-8B84-A0ECCFC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Confirm same Shopify Plus organization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9B94-5FDD-4855-BD29-618CBB2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458B1-80CB-40C9-97E5-347A8118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Create products when unmapped?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708C4-F222-4448-8AE0-F6152202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8769A-88B2-42ED-A3AD-4B5229F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Store and NetSuite API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93A90-3414-498A-B0F7-D188ED5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036D2-A724-4DAA-B4E9-A1EBBD0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Pricing latency: target 15 minutes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CDF14-6433-432F-BB22-22EFE92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629BD-22DF-418E-AA61-8631688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Pricing groups and initial assignments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AE3D9-9245-4895-AB33-1E5FC4B6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7AF5F-0E97-4CCE-9FE9-8DD03CB2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NetSuite pricing data interface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6350D-981E-462E-BA8A-BD8EB63C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385CB-BB28-4BF2-B8BB-B96217AF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Unique SKU convention across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C5F92-D171-4E6C-A0F5-A6B61F5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58D34-2274-461D-A1EB-7AF103A1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Initial volume and first-sync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4F0BD-AA22-47C7-B2F9-4D05E6C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2158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8CB3E-4C19-42E8-AFE9-BDDDB62B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6DCBC-6C15-43EE-8C45-62D1D85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B9947-5F13-4EC2-9E2E-40350D24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Close decisions and grant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 sandbox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0B44B-0036-4113-A07A-A79605FB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9715500" cy="742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7E292-68DC-401A-8B01-52CAB21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OPEN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416F1-23E3-4F96-973F-1124AED6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26C4A-F686-454F-B3C5-0FA0484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SANDBOX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71FFF-8B20-48A0-B277-E44EB35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8F9C0-044D-4AC0-A662-36FD99B7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FINAL ESTIMATE +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596C7-4E1F-481A-B5DA-29675A1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Contact: [Project owner / email]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4D6D7-6D03-4A7A-A6CC-CCAE919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1F283-C78B-4364-B1A7-7BC5DD6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8209F-34B4-4F9B-ABEF-239E225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9803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2026-08-26T20:22:39.6250000Z</dcterms:created>
  <dcterms:modified xsi:type="dcterms:W3CDTF">2026-08-26T20:22:39.6250000Z</dcterms:modified>
</coreProperties>
</file>
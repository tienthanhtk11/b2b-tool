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e620c90c544f8f" /><Relationship Type="http://schemas.openxmlformats.org/officeDocument/2006/relationships/extended-properties" Target="/docProps/app.xml" Id="R20cf3cc992ce4059" /><Relationship Type="http://schemas.openxmlformats.org/officeDocument/2006/relationships/officeDocument" Target="/ppt/presentation.xml" Id="R620b7f9b05a548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d9313a7bf8407f"/>
  </p:sldMasterIdLst>
  <p:notesMasterIdLst>
    <p:notesMasterId xmlns:r="http://schemas.openxmlformats.org/officeDocument/2006/relationships" r:id="Ra4d513258fd34ed4"/>
  </p:notesMasterIdLst>
  <p:sldIdLst>
    <p:sldId xmlns:r="http://schemas.openxmlformats.org/officeDocument/2006/relationships" id="256" r:id="R2e4e4736d5854db5"/>
    <p:sldId xmlns:r="http://schemas.openxmlformats.org/officeDocument/2006/relationships" id="257" r:id="R20ddee301bdc4638"/>
    <p:sldId xmlns:r="http://schemas.openxmlformats.org/officeDocument/2006/relationships" id="258" r:id="Rd74252ef3a634708"/>
    <p:sldId xmlns:r="http://schemas.openxmlformats.org/officeDocument/2006/relationships" id="259" r:id="R32e43d696caa467a"/>
    <p:sldId xmlns:r="http://schemas.openxmlformats.org/officeDocument/2006/relationships" id="260" r:id="R13149f956c074845"/>
    <p:sldId xmlns:r="http://schemas.openxmlformats.org/officeDocument/2006/relationships" id="261" r:id="Rd94a4b4a7225486f"/>
    <p:sldId xmlns:r="http://schemas.openxmlformats.org/officeDocument/2006/relationships" id="262" r:id="R5a60e7f81c5a4d62"/>
    <p:sldId xmlns:r="http://schemas.openxmlformats.org/officeDocument/2006/relationships" id="263" r:id="Rbcc75209851d458c"/>
    <p:sldId xmlns:r="http://schemas.openxmlformats.org/officeDocument/2006/relationships" id="264" r:id="Ra7c1ae61867f487d"/>
    <p:sldId xmlns:r="http://schemas.openxmlformats.org/officeDocument/2006/relationships" id="265" r:id="R549da3d0a2c145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95adeaebb94dc2" /><Relationship Type="http://schemas.openxmlformats.org/officeDocument/2006/relationships/slideMaster" Target="/ppt/slideMasters/slideMaster1.xml" Id="R3cd9313a7bf8407f" /><Relationship Type="http://schemas.openxmlformats.org/officeDocument/2006/relationships/notesMaster" Target="/ppt/notesMasters/notesMaster1.xml" Id="Ra4d513258fd34ed4" /><Relationship Type="http://schemas.openxmlformats.org/officeDocument/2006/relationships/presProps" Target="/ppt/presProps.xml" Id="R7bc198147fe74fea" /><Relationship Type="http://schemas.openxmlformats.org/officeDocument/2006/relationships/tableStyles" Target="/ppt/tableStyles.xml" Id="R078c4ef214d74234" /><Relationship Type="http://schemas.openxmlformats.org/officeDocument/2006/relationships/slide" Target="/ppt/slides/slide1.xml" Id="R2e4e4736d5854db5" /><Relationship Type="http://schemas.openxmlformats.org/officeDocument/2006/relationships/slide" Target="/ppt/slides/slide2.xml" Id="R20ddee301bdc4638" /><Relationship Type="http://schemas.openxmlformats.org/officeDocument/2006/relationships/slide" Target="/ppt/slides/slide3.xml" Id="Rd74252ef3a634708" /><Relationship Type="http://schemas.openxmlformats.org/officeDocument/2006/relationships/slide" Target="/ppt/slides/slide4.xml" Id="R32e43d696caa467a" /><Relationship Type="http://schemas.openxmlformats.org/officeDocument/2006/relationships/slide" Target="/ppt/slides/slide5.xml" Id="R13149f956c074845" /><Relationship Type="http://schemas.openxmlformats.org/officeDocument/2006/relationships/slide" Target="/ppt/slides/slide6.xml" Id="Rd94a4b4a7225486f" /><Relationship Type="http://schemas.openxmlformats.org/officeDocument/2006/relationships/slide" Target="/ppt/slides/slide7.xml" Id="R5a60e7f81c5a4d62" /><Relationship Type="http://schemas.openxmlformats.org/officeDocument/2006/relationships/slide" Target="/ppt/slides/slide8.xml" Id="Rbcc75209851d458c" /><Relationship Type="http://schemas.openxmlformats.org/officeDocument/2006/relationships/slide" Target="/ppt/slides/slide9.xml" Id="Ra7c1ae61867f487d" /><Relationship Type="http://schemas.openxmlformats.org/officeDocument/2006/relationships/slide" Target="/ppt/slides/slide10.xml" Id="R549da3d0a2c145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07ead7c0e245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68f0ff1e7c4b27" /><Relationship Type="http://schemas.openxmlformats.org/officeDocument/2006/relationships/notesMaster" Target="/ppt/notesMasters/notesMaster1.xml" Id="Re19091a445c944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7fc9f62be6443e" /><Relationship Type="http://schemas.openxmlformats.org/officeDocument/2006/relationships/notesMaster" Target="/ppt/notesMasters/notesMaster1.xml" Id="R8353b9a46d924f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2fbb644684b6f" /><Relationship Type="http://schemas.openxmlformats.org/officeDocument/2006/relationships/notesMaster" Target="/ppt/notesMasters/notesMaster1.xml" Id="Rb085e52b3c6f48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59b613762f4745" /><Relationship Type="http://schemas.openxmlformats.org/officeDocument/2006/relationships/notesMaster" Target="/ppt/notesMasters/notesMaster1.xml" Id="R34ce5f70fdcf44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22001ce2ed4d79" /><Relationship Type="http://schemas.openxmlformats.org/officeDocument/2006/relationships/notesMaster" Target="/ppt/notesMasters/notesMaster1.xml" Id="R86a14d2ae9a047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127a9256194dce" /><Relationship Type="http://schemas.openxmlformats.org/officeDocument/2006/relationships/notesMaster" Target="/ppt/notesMasters/notesMaster1.xml" Id="Ra5d2f4fbf74d40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04cd0962514650" /><Relationship Type="http://schemas.openxmlformats.org/officeDocument/2006/relationships/notesMaster" Target="/ppt/notesMasters/notesMaster1.xml" Id="R522e8c80051946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63f3f19d8840cd" /><Relationship Type="http://schemas.openxmlformats.org/officeDocument/2006/relationships/notesMaster" Target="/ppt/notesMasters/notesMaster1.xml" Id="R41b830c14bea43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8f6879e2944cdd" /><Relationship Type="http://schemas.openxmlformats.org/officeDocument/2006/relationships/notesMaster" Target="/ppt/notesMasters/notesMaster1.xml" Id="R11ccf3f1844344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5672bfd0434f31" /><Relationship Type="http://schemas.openxmlformats.org/officeDocument/2006/relationships/notesMaster" Target="/ppt/notesMasters/notesMaster1.xml" Id="R716eb38962874c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- https://shopify.dev/docs/apps/build/b2b/manage-catalogs</a:t>
            </a:r>
          </a:p>
          <a:p xmlns:a="http://schemas.openxmlformats.org/drawingml/2006/main">
            <a:r>
              <a:t>- https://shopify.dev/docs/apps/build/b2b/start-building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- https://shopify.dev/docs/apps/build/b2b/manage-catalogs</a:t>
            </a:r>
          </a:p>
          <a:p xmlns:a="http://schemas.openxmlformats.org/drawingml/2006/main">
            <a:r>
              <a:t>- https://shopify.dev/docs/apps/build/b2b/start-building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- https://shopify.dev/docs/apps/build/b2b/manage-catalogs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- https://shopify.dev/docs/apps/build/b2b/manage-catalogs</a:t>
            </a:r>
          </a:p>
          <a:p xmlns:a="http://schemas.openxmlformats.org/drawingml/2006/main">
            <a:r>
              <a:t>- https://shopify.dev/docs/apps/build/b2b/start-building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/Users/Krizpham/.codex/attachments/fa017fe2-3bff-48c1-887f-66baeb893c4b/pasted-text.txt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ea84852ff46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c02dd528324467" /><Relationship Type="http://schemas.openxmlformats.org/officeDocument/2006/relationships/slideLayout" Target="/ppt/slideLayouts/slideLayout1.xml" Id="R9120ed2df53b4c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0ed2df53b4c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4e7136d9747a8" /><Relationship Type="http://schemas.openxmlformats.org/officeDocument/2006/relationships/notesSlide" Target="/ppt/notesSlides/notesSlide1.xml" Id="R97b268fe602a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c1d1c8da849af" /><Relationship Type="http://schemas.openxmlformats.org/officeDocument/2006/relationships/notesSlide" Target="/ppt/notesSlides/notesSlide2.xml" Id="Rcb08df56432e4e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c9e75a6ed4794" /><Relationship Type="http://schemas.openxmlformats.org/officeDocument/2006/relationships/notesSlide" Target="/ppt/notesSlides/notesSlide3.xml" Id="R30d18bcff52f40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28c2d91f442f9" /><Relationship Type="http://schemas.openxmlformats.org/officeDocument/2006/relationships/notesSlide" Target="/ppt/notesSlides/notesSlide4.xml" Id="R61497771523645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8bf67b6f84cd4" /><Relationship Type="http://schemas.openxmlformats.org/officeDocument/2006/relationships/notesSlide" Target="/ppt/notesSlides/notesSlide5.xml" Id="R841eb7dab3ed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57998dd99498d" /><Relationship Type="http://schemas.openxmlformats.org/officeDocument/2006/relationships/notesSlide" Target="/ppt/notesSlides/notesSlide6.xml" Id="Rd58bd3912ad74d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1e1c3848241aa" /><Relationship Type="http://schemas.openxmlformats.org/officeDocument/2006/relationships/notesSlide" Target="/ppt/notesSlides/notesSlide7.xml" Id="R1ae503d9574a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5fef36c554777" /><Relationship Type="http://schemas.openxmlformats.org/officeDocument/2006/relationships/notesSlide" Target="/ppt/notesSlides/notesSlide8.xml" Id="R434b6cffcb1d46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b56d4a2334dcb" /><Relationship Type="http://schemas.openxmlformats.org/officeDocument/2006/relationships/notesSlide" Target="/ppt/notesSlides/notesSlide9.xml" Id="R1edd3af5491946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94a7d191e4140" /><Relationship Type="http://schemas.openxmlformats.org/officeDocument/2006/relationships/notesSlide" Target="/ppt/notesSlides/notesSlide10.xml" Id="R8dac9b2625a640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F629B-DFDF-48FA-A877-FE68677D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4BC32-DDD1-44DC-B898-DCAD44CF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B0B97-DDD6-46FC-A227-34F5E938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604CA-DF27-42CA-B00D-8CE235B6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BMG B2B Product &amp;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Group Pricing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A9A14-28EE-4B81-B534-2233FF06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Scope of Work — Summary for 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B8A9B-C433-4774-93CE-7BB48B8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02887-7BC1-40F0-9F9F-383A265E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Shopify Plus (72hours.ca, b2b-site) + NetSuite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6096A-E914-4798-A986-33DD7DBB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INTERNAL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87A3D-7589-410B-A619-65A662D6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3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17B24-EB9A-49E3-981E-5BDB0A20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7180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B2B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08328-DBB7-4B81-8F8B-3DD19F12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E96C5-A624-4EA3-9374-83C65B3A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5B8AA-6396-444E-8262-F334AA7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5962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2575A-1B98-47B4-8B22-4A1CEED6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CCBA5-DA7D-44A8-A6A5-6920C74D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Three systems create one manual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CB3A6-C23B-4380-AB23-E18AF94B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9C5FE-6802-45B6-BE30-4236164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B8596-8D07-4BB3-9678-28A6B278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F69BC-1AF8-4A57-94AA-789835A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72hours.ca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EB6C8-1481-413C-9F55-1AD3C61F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38350"/>
            <a:ext cx="158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0F91D-7F1D-4877-BC90-014B54BC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Product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A9CFB-D9BF-47FD-8897-2D379C60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28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NetSuite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DB93F-646A-4427-909B-8CCF840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38350"/>
            <a:ext cx="158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D0A4C-C468-4C1F-9C7F-D37805C8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Price, inventory &amp; group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7AC50-10D4-415B-88C7-BBBC7DB6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b2b-site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42BCB-F12F-4D3A-BAE3-D2B02C0B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158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63708-C940-4D29-8274-E4D11327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customers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5954A-1D8B-4B18-BB0F-7E212D98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Manual operations increase execution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8DADC-744D-41E4-9898-6BCC186C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21783-3901-4A33-B3DE-AD981FF0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Slow updates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A8765-30C1-4D17-8B2C-96D52E49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Repeated manual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DA2D1-9B91-4A55-90EF-C52E68F9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14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AC"/>
          </a:solidFill>
          <a:ln xmlns:a="http://schemas.openxmlformats.org/drawingml/2006/main" w="0">
            <a:solidFill>
              <a:srgbClr val="7890A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A5614-BE8A-4118-8ACD-E58936B1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95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4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Wrong price / SKU / stock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15E57-2759-4A77-93EC-671D33F5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196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Customer trust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9DAE9-9CA8-4981-95FB-99A504BD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14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AC"/>
          </a:solidFill>
          <a:ln xmlns:a="http://schemas.openxmlformats.org/drawingml/2006/main" w="0">
            <a:solidFill>
              <a:srgbClr val="7890A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AA8FC-481D-4653-979A-27CCACA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Missing content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CE5B2-9A21-42EE-A81E-192F9BF3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Inconsistent catalog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63756-2CCF-47AA-9EEF-C3DEE46B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114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AC"/>
          </a:solidFill>
          <a:ln xmlns:a="http://schemas.openxmlformats.org/drawingml/2006/main" w="0">
            <a:solidFill>
              <a:srgbClr val="7890A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1F529D-A108-4B8D-8327-47F881D3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95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audit trail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28331-6193-42F4-A321-6A0D5B1E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196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Hard to investigate</a:t>
            </a:r>
          </a:p>
        </p:txBody>
      </p:sp>
    </p:spTree>
    <p:extLst>
      <p:ext uri="{BB962C8B-B14F-4D97-AF65-F5344CB8AC3E}">
        <p14:creationId xmlns:p14="http://schemas.microsoft.com/office/powerpoint/2010/main" val="1294620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CE57E0-8AAE-4DDD-905F-5211B2C1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60596-F8FE-4D98-B6DF-C3CB7A8A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95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One app orchestrates content, price, inventory and group pricing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2F92C-F47D-4013-A5AB-C2A936D4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B959E-B922-4EBC-A227-5497D9F0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C8D68-4D3F-4C7A-A57B-88515C9A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E6540-440A-4543-B06D-A6ADD851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PRODUCT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C87C9-4267-4701-A47C-A07A658B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27226-FAEC-4E17-88BF-5A0F2CA3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4971F-4770-4589-9EC3-A6E0A0ED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2381250" cy="6858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1BAE5-D584-4813-86A0-A5DAA4B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382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72hours.ca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92FF7-AE86-43E1-ADB0-1424CCB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240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Source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2C44B-D54E-4ABE-B993-AB6F840F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52550"/>
            <a:ext cx="2324100" cy="6858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FE4EC-E44A-487F-B802-3C0B9080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382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B2B 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43F9C-B219-42F2-AE1E-6D6B1831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7240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DDE6F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DE6F0"/>
                </a:solidFill>
                <a:latin typeface="Calibri"/>
                <a:ea typeface="Calibri"/>
                <a:cs typeface="Calibri"/>
              </a:rPr>
              <a:t>Map • sync •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8380B-2A9E-416B-B00C-5A19CD3D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352550"/>
            <a:ext cx="2381250" cy="6858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FD23E-5EA7-499D-A2E2-A51FA961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382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b2b-site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70594-D866-450B-AE18-F4B0A284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240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Target products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7C04F-C0B3-4D75-800A-85AF957E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GROUP PRICING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38A6A-9683-4791-B7C8-92E89EB4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90950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E1E82-5A31-4721-9C1C-846B7FE3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F8819-5EC2-4ACE-9612-C0751E7E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381250" cy="6858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C5F9D-6373-4A4D-A69F-39469D69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NetSuite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C3535-0B05-46F7-822A-958C9A8C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Groups + SKU prices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6C6F2-38AF-45F6-9909-E1113289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2324100" cy="6858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3DA66-CD35-4150-8389-BD3E0663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480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B2B Tool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0CFED-25CB-4521-8757-7617BB9B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338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DDE6F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DE6F0"/>
                </a:solidFill>
                <a:latin typeface="Calibri"/>
                <a:ea typeface="Calibri"/>
                <a:cs typeface="Calibri"/>
              </a:rPr>
              <a:t>Validate • upsert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4800AE-55BA-4D27-8556-503FEA70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62350"/>
            <a:ext cx="2381250" cy="6858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671E9-F6D3-4FDE-8964-9C0133F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480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B2B 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A30345-7872-4F29-BBDB-7B24303B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338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Catalog + Price List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DCF0AD-F439-474F-B88C-9481B7AB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5524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EA90C-4358-45EC-A897-686B125E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62350"/>
            <a:ext cx="1562100" cy="6858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889F3-C1B5-4230-AF10-BAB1F99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Admin assigns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D95A1F-3EDF-41E0-A356-FCB2EB6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957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Company Location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→ pricing group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43D3E7-22E7-4C19-ADB2-D3CCB986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33950"/>
            <a:ext cx="7658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551A0D-EC40-4E96-B6D3-B3EEFFBD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435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LOGIN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82A89-5B67-45CB-B042-AD6D8CAC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054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CDE748-558B-48F4-8DB9-4848B5B6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Correct group prices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420774-5A11-4E13-BD5F-19C3B68B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PDP  •  Cart  •  Checkout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F26C79-6A20-43BA-99D1-58A2FBE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PRICE + INVENTORY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1E7B6-92A0-400C-8BBC-8085B07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503A88-8A25-42D9-BABD-B3A0C18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359371-DA13-4E7F-ABDC-0BE5D212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8B5EB6-8F0E-42E2-A395-F862F8FC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NetSuite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1E852D-6CFF-406A-919E-3370285C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28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List price + stock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7DEDBC-1833-4D5C-BA13-8B86CF06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2324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70C3DA-37EA-45DF-947B-DCD574D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43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B2B Tool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4F201F-326F-4480-BBA8-001CC2F5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28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DDE6F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DE6F0"/>
                </a:solidFill>
                <a:latin typeface="Calibri"/>
                <a:ea typeface="Calibri"/>
                <a:cs typeface="Calibri"/>
              </a:rPr>
              <a:t>Validate • upsert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0B2253-16F7-4A91-83AE-A063F822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BA04AA-9EE6-4C55-A338-DF3A2FE9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431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b2b-site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0AA2C5-1BBB-4F4A-87A3-DCDBDB1E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28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Variant price + inventory</a:t>
            </a:r>
          </a:p>
        </p:txBody>
      </p:sp>
    </p:spTree>
    <p:extLst>
      <p:ext uri="{BB962C8B-B14F-4D97-AF65-F5344CB8AC3E}">
        <p14:creationId xmlns:p14="http://schemas.microsoft.com/office/powerpoint/2010/main" val="628447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8459C-6812-4A98-B879-5648A020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B0C53-B466-4ABC-8E2A-8A43F379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Five outcomes define project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597AE-4227-4B8E-8DF2-19CE2FE2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6886-8E37-4D9C-BE06-BF91B068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610C5-598D-4843-9F48-3B4347C8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2AD17-395B-4104-924C-51357A64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5542D-3177-48F0-A042-6283DC63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001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Automate product information 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30206-C152-4FF0-8AFB-8C7F1A05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72hours.ca → b2b-site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41487-7096-4929-AB18-4473916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47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439B3-A700-40EF-B50E-F2AEA602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0B098-8C1D-496A-B460-A17B1C0B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145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Sync NetSuite product price &amp; 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5B655-3299-48AA-AB95-16BDF53B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145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Variant price + stock on b2b-site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1B2C4-6F5C-4C37-B2B8-1C97409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4EBA2-29AE-49A3-947D-28B2DE98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7E3CB-EB8D-44A4-9D46-E8AC87EA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289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Sync NetSuite group prices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A909B-8AB3-4D70-B86C-68C59324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Groups + SKU prices → Price Lists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664D7-6E5A-41D7-A3AF-7A4959A2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76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03FEE-8A9A-4E07-803E-D22C2873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39D69-6C49-4CEA-A179-9D9973C8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Assign customers by Company 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E9EFB-4D36-48B3-A296-A8AE0DA6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One primary pricing group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B0344-6FA8-4041-A56F-4F5C22E4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C7D3E-4839-41B9-9B87-A7B79245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633B6-421B-4250-87E1-5C55AF37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Show correct prices after login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8A402-D0BA-44F6-B6D2-181AAA89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Product page • cart • checkout</a:t>
            </a:r>
          </a:p>
        </p:txBody>
      </p:sp>
    </p:spTree>
    <p:extLst>
      <p:ext uri="{BB962C8B-B14F-4D97-AF65-F5344CB8AC3E}">
        <p14:creationId xmlns:p14="http://schemas.microsoft.com/office/powerpoint/2010/main" val="1357515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86F5E-EA5D-4D71-B81C-F52BEAC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EF4CD-C3F8-4E59-A338-7D109EC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MVP scope covers seven operational workstreams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C99B9-A008-4EC3-958C-0644879F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A03C3-B297-4D91-9327-EF3616D5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468A0-76C9-4D67-BF32-35199DE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108204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8077200"/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Workstream</a:t>
                      </a:r>
                    </a:p>
                  </a:txBody>
                  <a:tcPr marL="91440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Included scope</a:t>
                      </a:r>
                    </a:p>
                  </a:txBody>
                  <a:tcPr marL="91440" marR="91440" marT="45720" marB="45720" anchor="ctr">
                    <a:solidFill>
                      <a:srgbClr val="1F3A5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Product Sync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Content webhook. Price/stock not copied from 72hours.ca.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Product Mapping UI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SKU suggestion, manual confirm, preview, sync, retry.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Price &amp; Inventory Sync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NetSuite base price + qty → variant price + inventory.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Group Pricing Sync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Groups + SKU prices → Shopify Price Lists.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Pricing Sync UI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Group ↔ catalog mapping, preview, errors, history.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Customer Assignment UI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Search, assign, bulk assign, change history.</a:t>
                      </a:r>
                    </a:p>
                  </a:txBody>
                  <a:tcPr marL="91440" marR="91440" marT="45720" marB="45720" anchor="ctr">
                    <a:solidFill>
                      <a:srgbClr val="F6F8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</a:rPr>
                        <a:t>Dashboard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2B"/>
                          </a:solidFill>
                          <a:latin typeface="Calibri"/>
                          <a:ea typeface="Calibri"/>
                          <a:cs typeface="Calibri"/>
                        </a:rPr>
                        <a:t>Connections, mapping counts, issues.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F9962-55DC-44C0-A3C9-6EE6D73D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8BC8-9F0F-4587-867D-5EC6C62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Source of truth: 72hours.ca = content  •  NetSuite = price, inventory, group pricing  •  b2b-site = customers</a:t>
            </a:r>
          </a:p>
        </p:txBody>
      </p:sp>
    </p:spTree>
    <p:extLst>
      <p:ext uri="{BB962C8B-B14F-4D97-AF65-F5344CB8AC3E}">
        <p14:creationId xmlns:p14="http://schemas.microsoft.com/office/powerpoint/2010/main" val="849242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9272B-20DD-451E-808C-A00EA3E0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3ADC1-688E-4E1C-8549-72EA408A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MVP stays focused on products and group pricing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2ECEC-0C2F-4FBD-AFC1-9944978D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50DB5-4A45-44CE-B8AA-75CE1AA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32BDD-931E-410B-97F9-882F7673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497C4-9ABF-40DA-BDDC-E8373DE8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2724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A4962-8F90-41BE-9C2E-17CE8267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 OF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C428B-6933-4713-9138-89396FCB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D7E0E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D7E0EA"/>
                </a:solidFill>
                <a:latin typeface="Calibri"/>
                <a:ea typeface="Calibri"/>
                <a:cs typeface="Calibri"/>
              </a:rPr>
              <a:t>Deferred for later phases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24DC6-F763-465C-A753-B1826FC5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859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99515-91CD-4FBC-AE00-C1179882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859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Order or customer sync with NetSuite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3BEFE-F78D-48DA-8CD3-DC309D2C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CBB96-1F7D-4FA4-9FDC-EEAAA5A0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146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A0731-020B-474E-ABF3-DC73B122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Promotions, discounts, volume pricing, tax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D1478-650C-4F3E-B754-8518B8B8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766C0-846B-42AC-B1B7-15164D4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433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2CC29-D69F-4A1C-ABD8-349F9EF4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Per-customer pricing outside defined groups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4269C-8217-49C1-9402-61FEA500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7D7B3-D58B-4355-86D0-E3C72A96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72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725C0-29EE-4907-9B4B-5C740F9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720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Auto-delete products or auto-fix duplicate SKUs</a:t>
            </a:r>
          </a:p>
        </p:txBody>
      </p:sp>
    </p:spTree>
    <p:extLst>
      <p:ext uri="{BB962C8B-B14F-4D97-AF65-F5344CB8AC3E}">
        <p14:creationId xmlns:p14="http://schemas.microsoft.com/office/powerpoint/2010/main" val="618181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AD56A-70D6-495A-98D3-24AF6857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2A73A-0479-4BF9-826E-3672C1A4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Deliverables cover build, operations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BF0B7-79D9-4D37-8450-883F1F21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25AC3-5413-41A7-9392-EFBCA234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74664-2857-4361-B7EB-5EC2B04E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EDD45-152A-4285-818A-C2FD3F63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5D75F-E750-410C-8A33-92033E6D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C12FA-8F51-40BE-A3F7-1CEA050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57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Embedded Shopify admin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4822B-29C8-4458-A4C8-03612DFD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57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Custom distribution • both Plus stores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450BB-9035-42D7-8F20-FB5C6C54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19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57F02-8CD5-46CE-B88E-5EDED7DB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9D994-1DF3-4DF8-9189-275CEDE8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8285A-A118-4C5E-83AB-84FEE75E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Three synchronization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2AC72-31D7-4376-8919-F6D390E6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Content • price &amp; inventory • group pricing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Queue • retry • audit 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0B736-64C9-4BE3-9401-9A752521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813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60A19-2FA5-4EF9-BCE0-3E481A8E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52D1E-73EB-464B-A986-A63A0B01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F3447-16E3-4E7E-BCE5-300DA153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Operations interfaces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3C974-5EDE-41B8-A86D-7D57ED0F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814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Mapping • pricing • assignment •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0555A-5E87-4B9A-A7A1-E664D69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434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D26A0-F0AA-4794-B556-3D45B975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0A34A-95A8-4823-A065-4BD37A6F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2C563-38B3-4B16-89B8-07DBCD79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Production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69246-0C83-463C-8D6D-B545F93F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434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Dev • staging • production • docs • tests</a:t>
            </a:r>
          </a:p>
        </p:txBody>
      </p:sp>
    </p:spTree>
    <p:extLst>
      <p:ext uri="{BB962C8B-B14F-4D97-AF65-F5344CB8AC3E}">
        <p14:creationId xmlns:p14="http://schemas.microsoft.com/office/powerpoint/2010/main" val="356289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4E2B3-BFA9-482B-930B-34E61BBD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C658-7FDC-414C-8DD3-34045F14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Approval depends on five measurable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D21F4-B708-4743-B360-E2940445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01794-C903-4F68-A73F-0CCF4104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67001-3656-4D8C-9B2C-3119104E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70ECB-D8D3-4F7A-AB43-4B92C903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19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9781E-2E2E-4CC0-B815-3FCB1CE8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FC75E-7561-4084-A0BA-AF71E9B4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00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2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Product content updates mapped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ABBC4-9CC3-4382-ABBA-E0B51E5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906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No overwrite of NetSuite price / stock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4B5DC-1602-4753-BC96-FAC485FD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716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6C06C-5905-459C-B65F-CCB0C6AF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1DE12-C353-49BF-8630-D6EDDA45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3E47E-8B3C-4D22-88FE-C2207169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Price and inventory write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CC331-5781-4D4B-9C2F-66783FE9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240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Shopify variants + inventory locations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6D269-2B51-4F99-A5B6-29B4FF26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D7AE7-6910-4967-A3A3-CFC1AD33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1B180-A7FF-425A-B4F4-744406B4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56696-911B-427C-91F7-1A7C054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Group pricing sync is idempotent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2A287-6567-496C-90F1-9E5C1EC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575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Correct values; no duplicate records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AEBD5-156A-4495-920F-4A54361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08277-0980-4D1F-911F-9A000BB2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D4C11-90E4-4EF5-9694-F199334E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104C2-AA60-4D32-9A41-487AD895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Price visibility is isolated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EA684-0F47-4A71-97F9-4D6EB767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909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Assigned group; unassigned = base price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AE3CA0-AE70-477D-AF05-35D3D416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720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F55CB-0978-4A38-9A07-1455ACF4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88F29D-3AA1-4288-A89D-D58051D0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145AF4-095C-42B5-825E-2361C199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Operations remain traceable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CF7B4-EB8A-41CB-A1ED-6E8534AE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244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Full sync history and audit trail</a:t>
            </a:r>
          </a:p>
        </p:txBody>
      </p:sp>
    </p:spTree>
    <p:extLst>
      <p:ext uri="{BB962C8B-B14F-4D97-AF65-F5344CB8AC3E}">
        <p14:creationId xmlns:p14="http://schemas.microsoft.com/office/powerpoint/2010/main" val="1685615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482391-2F8D-4D03-81A7-4C60160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F96D3-D451-48AE-B789-DF91FDF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Four inputs unlock a reliable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45B1A-670C-4733-A3AC-83A12AD7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6031D-9103-414F-B5AD-900BF078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E2C59-3F3F-4B4E-B3FE-2255802D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3FDC3-89A0-4AE9-9F71-D136CAFA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0C044-F401-4CB1-956A-5934FA7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5730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53A82-3006-4A0B-8277-054273F2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DEPENDENCIES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74008-0E28-41AA-8053-FFCCB73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716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TO DECIDE BEFORE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BAD26-BBBC-4F37-8A3E-41CD018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4B756-553D-4988-8B84-A0ECCFCE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Store + NetSuite API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D9B94-5FDD-4855-BD29-618CBB26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458B1-80CB-40C9-97E5-347A8118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955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Create products when unmapped?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708C4-F222-4448-8AE0-F6152202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8769A-88B2-42ED-A3AD-4B5229F4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NetSuite price/qty fields + locations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93A90-3414-498A-B0F7-D188ED5D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036D2-A724-4DAA-B4E9-A1EBBD00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Stock location + base price level?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CDF14-6433-432F-BB22-22EFE929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629BD-22DF-418E-AA61-8631688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Pricing groups + initial assignments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AE3D9-9245-4895-AB33-1E5FC4B6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7AF5F-0E97-4CCE-9FE9-8DD03CB2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576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Price &amp; inventory latency: 15 minutes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6350D-981E-462E-BA8A-BD8EB63C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385CB-BB28-4BF2-B8BB-B96217AF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Unique SKU convention across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C5F92-D171-4E6C-A0F5-A6B61F54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F58D34-2274-461D-A1EB-7AF103A1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12B"/>
                </a:solidFill>
                <a:latin typeface="Calibri"/>
                <a:ea typeface="Calibri"/>
                <a:cs typeface="Calibri"/>
              </a:rPr>
              <a:t>NetSuite pricing data interface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4F0BD-AA22-47C7-B2F9-4D05E6C4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2158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8CB3E-4C19-42E8-AFE9-BDDDB62B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solidFill>
              <a:srgbClr val="1F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6DCBC-6C15-43EE-8C45-62D1D85E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B9947-5F13-4EC2-9E2E-40350D24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8572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Close decisions and grant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NetSuite sandbox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0B44B-0036-4113-A07A-A79605FB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9715500" cy="742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7E292-68DC-401A-8B01-52CAB216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OPEN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416F1-23E3-4F96-973F-1124AED6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26C4A-F686-454F-B3C5-0FA0484F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SANDBOX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71FFF-8B20-48A0-B277-E44EB353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8F9C0-044D-4AC0-A662-36FD99B7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F3A5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FINAL ESTIMATE + 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596C7-4E1F-481A-B5DA-29675A1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Contact: [Project owner / email]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4D6D7-6D03-4A7A-A6CC-CCAE9198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1F283-C78B-4364-B1A7-7BC5DD6B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B2B Tool — Scope of Work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8209F-34B4-4F9B-ABEF-239E225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D697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D697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9803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2026-08-26T20:32:43.8480000Z</dcterms:created>
  <dcterms:modified xsi:type="dcterms:W3CDTF">2026-08-26T20:32:43.8480000Z</dcterms:modified>
</coreProperties>
</file>